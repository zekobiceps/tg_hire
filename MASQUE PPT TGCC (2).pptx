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  <p:sldId id="264" r:id="rId4"/>
    <p:sldId id="263" r:id="rId5"/>
    <p:sldId id="261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7D8"/>
    <a:srgbClr val="DBC6BE"/>
    <a:srgbClr val="A3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27"/>
    <p:restoredTop sz="94670"/>
  </p:normalViewPr>
  <p:slideViewPr>
    <p:cSldViewPr snapToGrid="0" snapToObjects="1">
      <p:cViewPr>
        <p:scale>
          <a:sx n="119" d="100"/>
          <a:sy n="119" d="100"/>
        </p:scale>
        <p:origin x="-1402" y="-1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2CEE1D71-ABF3-AB4D-9E27-6C0D1C818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3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F05AC3FC-A483-4247-969F-96DE1CAE5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6E39D080-830D-4D4A-9ACF-B97CD91BEE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0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16285A0-AEBD-A941-B4A2-8D597D31AC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7417B-EA68-2F46-A634-1BD4C4DF7D39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CD957-FD2F-8647-8E39-027936F346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78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08F6884A-0D56-9943-90AC-F6CFE53B58EE}"/>
              </a:ext>
            </a:extLst>
          </p:cNvPr>
          <p:cNvSpPr txBox="1"/>
          <p:nvPr/>
        </p:nvSpPr>
        <p:spPr>
          <a:xfrm>
            <a:off x="886995" y="1668651"/>
            <a:ext cx="4653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 smtClean="0">
                <a:solidFill>
                  <a:schemeClr val="bg1"/>
                </a:solidFill>
                <a:latin typeface="Candara" panose="020E0502030303020204" pitchFamily="34" charset="0"/>
                <a:ea typeface="Bodoni Ornaments" pitchFamily="2" charset="0"/>
                <a:cs typeface="Arial Unicode MS" panose="020B0604020202020204" pitchFamily="34" charset="-128"/>
              </a:rPr>
              <a:t>Reporting</a:t>
            </a:r>
            <a:r>
              <a:rPr lang="fr-FR" sz="3200" b="1" dirty="0" smtClean="0">
                <a:solidFill>
                  <a:schemeClr val="bg1"/>
                </a:solidFill>
                <a:latin typeface="Candara" panose="020E0502030303020204" pitchFamily="34" charset="0"/>
                <a:ea typeface="Bodoni Ornaments" pitchFamily="2" charset="0"/>
                <a:cs typeface="Arial Unicode MS" panose="020B0604020202020204" pitchFamily="34" charset="-128"/>
              </a:rPr>
              <a:t> Hebdomadaire</a:t>
            </a:r>
            <a:endParaRPr lang="fr-FR" sz="3200" b="1" dirty="0">
              <a:solidFill>
                <a:schemeClr val="bg1"/>
              </a:solidFill>
              <a:latin typeface="Candara" panose="020E0502030303020204" pitchFamily="34" charset="0"/>
              <a:ea typeface="Bodoni Ornaments" pitchFamily="2" charset="0"/>
              <a:cs typeface="Arial Unicode MS" panose="020B0604020202020204" pitchFamily="34" charset="-128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409BF0AC-058A-6F4E-866E-BB2364429DFB}"/>
              </a:ext>
            </a:extLst>
          </p:cNvPr>
          <p:cNvSpPr txBox="1"/>
          <p:nvPr/>
        </p:nvSpPr>
        <p:spPr>
          <a:xfrm>
            <a:off x="1353787" y="2897579"/>
            <a:ext cx="235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Candara" panose="020E0502030303020204" pitchFamily="34" charset="0"/>
              </a:rPr>
              <a:t>Pôle Capital Humain</a:t>
            </a:r>
            <a:endParaRPr lang="fr-FR" sz="20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2B3862D2-0F27-9449-BD14-AC885AD15DE7}"/>
              </a:ext>
            </a:extLst>
          </p:cNvPr>
          <p:cNvSpPr txBox="1"/>
          <p:nvPr/>
        </p:nvSpPr>
        <p:spPr>
          <a:xfrm>
            <a:off x="1270660" y="5700157"/>
            <a:ext cx="3073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Candara" panose="020E0502030303020204" pitchFamily="34" charset="0"/>
              </a:rPr>
              <a:t>Casablanca, le 30 novembre 2019 </a:t>
            </a:r>
          </a:p>
        </p:txBody>
      </p:sp>
    </p:spTree>
    <p:extLst>
      <p:ext uri="{BB962C8B-B14F-4D97-AF65-F5344CB8AC3E}">
        <p14:creationId xmlns:p14="http://schemas.microsoft.com/office/powerpoint/2010/main" val="34101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4726875B-3013-DF43-A2DD-D7BE2E311887}"/>
              </a:ext>
            </a:extLst>
          </p:cNvPr>
          <p:cNvSpPr txBox="1"/>
          <p:nvPr/>
        </p:nvSpPr>
        <p:spPr>
          <a:xfrm>
            <a:off x="760021" y="878774"/>
            <a:ext cx="11673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A30202"/>
                </a:solidFill>
                <a:latin typeface="Candara" panose="020E0502030303020204" pitchFamily="34" charset="0"/>
              </a:rPr>
              <a:t>TITRE</a:t>
            </a:r>
            <a:r>
              <a:rPr lang="fr-FR" sz="3200" b="1" dirty="0">
                <a:solidFill>
                  <a:srgbClr val="A30202"/>
                </a:solidFill>
                <a:latin typeface="Candara" panose="020E0502030303020204" pitchFamily="34" charset="0"/>
              </a:rPr>
              <a:t> </a:t>
            </a:r>
          </a:p>
          <a:p>
            <a:r>
              <a:rPr lang="fr-FR" dirty="0">
                <a:solidFill>
                  <a:srgbClr val="A30202"/>
                </a:solidFill>
                <a:latin typeface="Candara" panose="020E0502030303020204" pitchFamily="34" charset="0"/>
              </a:rPr>
              <a:t>Sous titre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9203" y="3244334"/>
            <a:ext cx="3105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{{TABLEAU_BESOINS_ENTITES}}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849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4726875B-3013-DF43-A2DD-D7BE2E311887}"/>
              </a:ext>
            </a:extLst>
          </p:cNvPr>
          <p:cNvSpPr txBox="1"/>
          <p:nvPr/>
        </p:nvSpPr>
        <p:spPr>
          <a:xfrm>
            <a:off x="760021" y="878774"/>
            <a:ext cx="11673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A30202"/>
                </a:solidFill>
                <a:latin typeface="Candara" panose="020E0502030303020204" pitchFamily="34" charset="0"/>
              </a:rPr>
              <a:t>TITRE</a:t>
            </a:r>
            <a:r>
              <a:rPr lang="fr-FR" sz="3200" b="1" dirty="0">
                <a:solidFill>
                  <a:srgbClr val="A30202"/>
                </a:solidFill>
                <a:latin typeface="Candara" panose="020E0502030303020204" pitchFamily="34" charset="0"/>
              </a:rPr>
              <a:t> </a:t>
            </a:r>
          </a:p>
          <a:p>
            <a:r>
              <a:rPr lang="fr-FR" dirty="0">
                <a:solidFill>
                  <a:srgbClr val="A30202"/>
                </a:solidFill>
                <a:latin typeface="Candara" panose="020E0502030303020204" pitchFamily="34" charset="0"/>
              </a:rPr>
              <a:t>Sous titre </a:t>
            </a:r>
          </a:p>
        </p:txBody>
      </p:sp>
      <p:sp>
        <p:nvSpPr>
          <p:cNvPr id="3" name="Rectangle 2"/>
          <p:cNvSpPr/>
          <p:nvPr/>
        </p:nvSpPr>
        <p:spPr>
          <a:xfrm>
            <a:off x="3216180" y="3244334"/>
            <a:ext cx="2711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{{METRIC_TOTAL_POSTES}}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252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4726875B-3013-DF43-A2DD-D7BE2E311887}"/>
              </a:ext>
            </a:extLst>
          </p:cNvPr>
          <p:cNvSpPr txBox="1"/>
          <p:nvPr/>
        </p:nvSpPr>
        <p:spPr>
          <a:xfrm>
            <a:off x="760021" y="878774"/>
            <a:ext cx="11673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A30202"/>
                </a:solidFill>
                <a:latin typeface="Candara" panose="020E0502030303020204" pitchFamily="34" charset="0"/>
              </a:rPr>
              <a:t>TITRE</a:t>
            </a:r>
            <a:r>
              <a:rPr lang="fr-FR" sz="3200" b="1" dirty="0">
                <a:solidFill>
                  <a:srgbClr val="A30202"/>
                </a:solidFill>
                <a:latin typeface="Candara" panose="020E0502030303020204" pitchFamily="34" charset="0"/>
              </a:rPr>
              <a:t> </a:t>
            </a:r>
          </a:p>
          <a:p>
            <a:r>
              <a:rPr lang="fr-FR" dirty="0">
                <a:solidFill>
                  <a:srgbClr val="A30202"/>
                </a:solidFill>
                <a:latin typeface="Candara" panose="020E0502030303020204" pitchFamily="34" charset="0"/>
              </a:rPr>
              <a:t>Sous titre </a:t>
            </a:r>
          </a:p>
        </p:txBody>
      </p:sp>
    </p:spTree>
    <p:extLst>
      <p:ext uri="{BB962C8B-B14F-4D97-AF65-F5344CB8AC3E}">
        <p14:creationId xmlns:p14="http://schemas.microsoft.com/office/powerpoint/2010/main" val="355275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7885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26</Words>
  <Application>Microsoft Office PowerPoint</Application>
  <PresentationFormat>Affichage à l'écran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Zakaria FASSIH</cp:lastModifiedBy>
  <cp:revision>7</cp:revision>
  <dcterms:created xsi:type="dcterms:W3CDTF">2019-11-05T09:05:44Z</dcterms:created>
  <dcterms:modified xsi:type="dcterms:W3CDTF">2025-12-31T13:04:01Z</dcterms:modified>
</cp:coreProperties>
</file>